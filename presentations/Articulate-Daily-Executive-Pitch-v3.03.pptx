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2da63755d4914" /><Relationship Type="http://schemas.openxmlformats.org/officeDocument/2006/relationships/extended-properties" Target="/docProps/app.xml" Id="Rba6e1931ac52487e" /><Relationship Type="http://schemas.openxmlformats.org/officeDocument/2006/relationships/officeDocument" Target="/ppt/presentation.xml" Id="R69b15fc5be63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1a8401125b4945"/>
  </p:sldMasterIdLst>
  <p:notesMasterIdLst>
    <p:notesMasterId xmlns:r="http://schemas.openxmlformats.org/officeDocument/2006/relationships" r:id="R19eaa58934154d02"/>
  </p:notesMasterIdLst>
  <p:sldIdLst>
    <p:sldId xmlns:r="http://schemas.openxmlformats.org/officeDocument/2006/relationships" id="256" r:id="Rf0479a85e90844fb"/>
    <p:sldId xmlns:r="http://schemas.openxmlformats.org/officeDocument/2006/relationships" id="257" r:id="R64e3808602d941e7"/>
    <p:sldId xmlns:r="http://schemas.openxmlformats.org/officeDocument/2006/relationships" id="258" r:id="Rff53478e21074342"/>
    <p:sldId xmlns:r="http://schemas.openxmlformats.org/officeDocument/2006/relationships" id="259" r:id="R586e0af5a0fe4876"/>
    <p:sldId xmlns:r="http://schemas.openxmlformats.org/officeDocument/2006/relationships" id="260" r:id="R87e01f9ce0244212"/>
    <p:sldId xmlns:r="http://schemas.openxmlformats.org/officeDocument/2006/relationships" id="261" r:id="Rae8dfea13ed54cfa"/>
    <p:sldId xmlns:r="http://schemas.openxmlformats.org/officeDocument/2006/relationships" id="262" r:id="R50ad1456bc334be8"/>
    <p:sldId xmlns:r="http://schemas.openxmlformats.org/officeDocument/2006/relationships" id="263" r:id="R936355255a234b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824cdc66954341" /><Relationship Type="http://schemas.openxmlformats.org/officeDocument/2006/relationships/slideMaster" Target="/ppt/slideMasters/slideMaster1.xml" Id="R771a8401125b4945" /><Relationship Type="http://schemas.openxmlformats.org/officeDocument/2006/relationships/notesMaster" Target="/ppt/notesMasters/notesMaster1.xml" Id="R19eaa58934154d02" /><Relationship Type="http://schemas.openxmlformats.org/officeDocument/2006/relationships/presProps" Target="/ppt/presProps.xml" Id="Rac0fa5caaaee4c5f" /><Relationship Type="http://schemas.openxmlformats.org/officeDocument/2006/relationships/tableStyles" Target="/ppt/tableStyles.xml" Id="Rf74e1c48c81842f4" /><Relationship Type="http://schemas.openxmlformats.org/officeDocument/2006/relationships/slide" Target="/ppt/slides/slide1.xml" Id="Rf0479a85e90844fb" /><Relationship Type="http://schemas.openxmlformats.org/officeDocument/2006/relationships/slide" Target="/ppt/slides/slide2.xml" Id="R64e3808602d941e7" /><Relationship Type="http://schemas.openxmlformats.org/officeDocument/2006/relationships/slide" Target="/ppt/slides/slide3.xml" Id="Rff53478e21074342" /><Relationship Type="http://schemas.openxmlformats.org/officeDocument/2006/relationships/slide" Target="/ppt/slides/slide4.xml" Id="R586e0af5a0fe4876" /><Relationship Type="http://schemas.openxmlformats.org/officeDocument/2006/relationships/slide" Target="/ppt/slides/slide5.xml" Id="R87e01f9ce0244212" /><Relationship Type="http://schemas.openxmlformats.org/officeDocument/2006/relationships/slide" Target="/ppt/slides/slide6.xml" Id="Rae8dfea13ed54cfa" /><Relationship Type="http://schemas.openxmlformats.org/officeDocument/2006/relationships/slide" Target="/ppt/slides/slide7.xml" Id="R50ad1456bc334be8" /><Relationship Type="http://schemas.openxmlformats.org/officeDocument/2006/relationships/slide" Target="/ppt/slides/slide8.xml" Id="R936355255a234b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26028763ff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ac3d4d9ba4522" /><Relationship Type="http://schemas.openxmlformats.org/officeDocument/2006/relationships/notesMaster" Target="/ppt/notesMasters/notesMaster1.xml" Id="Re9a444c0aafa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64daf8da0c4c58" /><Relationship Type="http://schemas.openxmlformats.org/officeDocument/2006/relationships/notesMaster" Target="/ppt/notesMasters/notesMaster1.xml" Id="Ra520a745b221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b1cc591ab4650" /><Relationship Type="http://schemas.openxmlformats.org/officeDocument/2006/relationships/notesMaster" Target="/ppt/notesMasters/notesMaster1.xml" Id="Rbcd7e262499e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be127633b4138" /><Relationship Type="http://schemas.openxmlformats.org/officeDocument/2006/relationships/notesMaster" Target="/ppt/notesMasters/notesMaster1.xml" Id="Rb1ee3fa75eeb4c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31f23900db4718" /><Relationship Type="http://schemas.openxmlformats.org/officeDocument/2006/relationships/notesMaster" Target="/ppt/notesMasters/notesMaster1.xml" Id="R150b58a8ee6b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aa362eb2694aad" /><Relationship Type="http://schemas.openxmlformats.org/officeDocument/2006/relationships/notesMaster" Target="/ppt/notesMasters/notesMaster1.xml" Id="R9c3273e98ab045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15d8aaa5c94283" /><Relationship Type="http://schemas.openxmlformats.org/officeDocument/2006/relationships/notesMaster" Target="/ppt/notesMasters/notesMaster1.xml" Id="Rb8707705ef9b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8bab8b3ba14bf8" /><Relationship Type="http://schemas.openxmlformats.org/officeDocument/2006/relationships/notesMaster" Target="/ppt/notesMasters/notesMaster1.xml" Id="R4b848c53c160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3c816f4634b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b348342ab4c86" /><Relationship Type="http://schemas.openxmlformats.org/officeDocument/2006/relationships/slideLayout" Target="/ppt/slideLayouts/slideLayout1.xml" Id="Rdabe5ad658eb46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e5ad658eb46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495bab1224c49" /><Relationship Type="http://schemas.openxmlformats.org/officeDocument/2006/relationships/notesSlide" Target="/ppt/notesSlides/notesSlide1.xml" Id="R0135b1268a7740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62ca6b6164c7e" /><Relationship Type="http://schemas.openxmlformats.org/officeDocument/2006/relationships/notesSlide" Target="/ppt/notesSlides/notesSlide2.xml" Id="R2dadf747c54b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3626bbc294a6d" /><Relationship Type="http://schemas.openxmlformats.org/officeDocument/2006/relationships/notesSlide" Target="/ppt/notesSlides/notesSlide3.xml" Id="R6276137c101e45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ec82872d74d59" /><Relationship Type="http://schemas.openxmlformats.org/officeDocument/2006/relationships/notesSlide" Target="/ppt/notesSlides/notesSlide4.xml" Id="R4c2bb7e4b2df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1f9b2d3cd4da1" /><Relationship Type="http://schemas.openxmlformats.org/officeDocument/2006/relationships/notesSlide" Target="/ppt/notesSlides/notesSlide5.xml" Id="R126000e8d32d42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5f719b3c46be" /><Relationship Type="http://schemas.openxmlformats.org/officeDocument/2006/relationships/notesSlide" Target="/ppt/notesSlides/notesSlide6.xml" Id="R39b09cc9b027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7ff4ba0654389" /><Relationship Type="http://schemas.openxmlformats.org/officeDocument/2006/relationships/notesSlide" Target="/ppt/notesSlides/notesSlide7.xml" Id="R3a9356e8b3354f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44e8462f84e05" /><Relationship Type="http://schemas.openxmlformats.org/officeDocument/2006/relationships/notesSlide" Target="/ppt/notesSlides/notesSlide8.xml" Id="Rde096a1434a049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BC68FCD-2B64-467F-84D2-D04FB94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Useful words become confident communication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086F955-3812-4AA7-BB10-6052954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local-first daily learning companion · Version 3.01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1E94BA3-67DE-44F5-A261-5B9A3D3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ARTICULATE DAILY</a:t>
            </a:r>
          </a:p>
        </p:txBody>
      </p:sp>
    </p:spTree>
    <p:extLst>
      <p:ext uri="{BB962C8B-B14F-4D97-AF65-F5344CB8AC3E}">
        <p14:creationId xmlns:p14="http://schemas.microsoft.com/office/powerpoint/2010/main" val="3408318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BB56BB3-A99D-4E8C-9F40-F95E935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31BB53D-C97E-4126-B26A-B9D8462E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Vocabulary tools often stop before real use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1011C77-EDCC-41BF-BC19-46C8E8FD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46E8763-66DE-4311-89A1-499D90A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COLLECTING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DE1406A-9038-47CD-9B8B-19DA294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lists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Weak context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Little repetition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80216C7-53E6-49B6-ACE7-CF4C40C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1CEDC08-2196-468A-9F5C-9EC8692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COMMUNICATING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837E349-C678-4C09-A93A-4262BFC3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Relevant vocabulary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Personal examples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 retrieval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ACE9452-C3A0-4D5B-BC9D-63766B5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GAP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Learners collect definitions but struggle to recall the right word in a meeting, message or conversation.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Progress becomes fragmented across notes, documents and disconnected practice.</a:t>
            </a:r>
          </a:p>
        </p:txBody>
      </p:sp>
    </p:spTree>
    <p:extLst>
      <p:ext uri="{BB962C8B-B14F-4D97-AF65-F5344CB8AC3E}">
        <p14:creationId xmlns:p14="http://schemas.microsoft.com/office/powerpoint/2010/main" val="19106513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0D66DC3-DB48-4B69-BDC7-61D1B057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12200E0-6A86-40C8-AC77-B930F1F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focused product closes the loop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62FC459-363D-41EE-B7D3-1A56168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words manually or from real documents.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5AA5166-6E2B-4227-A3F2-67A8B35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Meaning, examples, collocations and distinctions.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B5382A4-7888-4AEB-A8A7-CD2BC49F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Practise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Retrieval, sentences, quizzes and speech.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7796269-9B76-4D29-9DFD-972E2990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Bring clearer language into everyday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3337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E56C7DB-DA66-4FC9-A13C-825EAEF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A6E1F35-3CC9-4B18-A5CE-7D14154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daily loop turns intention into retention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ED76FC-3F61-413F-B66A-F5F3B8F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3DAA87D-E22C-4716-B603-D88FAA2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7E905D7-C90C-4F2D-B933-9EF2196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03C30A9-C8CD-47D8-9662-EB63D6BF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4839E45-45E1-4B34-B299-C3C4BD2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PRACTISE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F5A27DD-F9EA-457A-ACBA-AA06DFE5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13E45BD-A6FB-463E-896E-5AB5838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Recall in context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Write, listen, speak and review.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A82B90D-3527-44E7-926B-E4BB96F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useful words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From work, reading and conversation.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0CC3E67-9431-4C5C-A9D6-B0A57C4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them for real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Meetings, messages and daily life.</a:t>
            </a:r>
          </a:p>
        </p:txBody>
      </p:sp>
    </p:spTree>
    <p:extLst>
      <p:ext uri="{BB962C8B-B14F-4D97-AF65-F5344CB8AC3E}">
        <p14:creationId xmlns:p14="http://schemas.microsoft.com/office/powerpoint/2010/main" val="16199938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CC2B601-D45A-4066-9CCF-C41057F4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3B907EF-AF4A-4C4F-BAC4-1F7C5C46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Seven connected experiences support the learner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ECCDB8D-ADD4-433B-BCE4-DE16B726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Today + Add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clear plan and fast vocabulary capture.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5F8E129-468A-40A6-A627-A0031A65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Extract + Library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Turn materials into an organised personal resource.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E40226B-02AA-4A51-A241-54C2E5A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Practice + Coach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Retrieval, writing, listening and structured speaking.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490BA44-5CDC-4773-BC43-73299E0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Profiles + Settings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Targets, backup, reports, accessibility and optional sync.</a:t>
            </a:r>
          </a:p>
        </p:txBody>
      </p:sp>
    </p:spTree>
    <p:extLst>
      <p:ext uri="{BB962C8B-B14F-4D97-AF65-F5344CB8AC3E}">
        <p14:creationId xmlns:p14="http://schemas.microsoft.com/office/powerpoint/2010/main" val="21456200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3E3722-3A6D-43FC-B89D-6B646E4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6C6748-C60A-4FA5-B5AF-92B9381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is designed into the operating model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3CD7B44-C416-4A12-842B-A99433B6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A558491-B1EF-4F0E-8308-04C2025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DC50B74-4910-45D2-ADCC-6BBC81D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Exportable backups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Clear conflict choices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Two-step deletion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86F2936-BA1E-415F-B310-F2168D17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A92CD16-90DF-4572-9A3B-8BD8B62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PROTECTION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B6516D2-C3E9-4197-B17A-B59E0CB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Per-user database rules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imports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Bundled processing libraries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9F15438-B845-4D89-A238-11E72F5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LOCAL-FIRST BY DEFAULT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 learning works without an account. Data saves immediately on the device, and portable backups keep the learner in control.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Cloud sync is optional rather than a condition of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865917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587DCBF-89C8-4CC7-BD5A-33A33CC0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EC57815-C29C-4FD3-9466-30980B69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architecture scales from one browser to many devices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A7527F6-6B71-4912-A698-0A48C8F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232ACD7-7814-43D1-AA43-065832B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BAD17C3-95F1-498C-B976-381A2F3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2522FA1-D9F6-4B3A-9C73-D91BDD3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DEVICE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36F142-BE22-417F-A76C-180817E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58DEB95-DDCA-4C20-8215-2638281B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SYNC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D36A77D-2E9C-483F-AB51-9DECF02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account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Email authentication through Supabase.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47823C1-849B-4F1A-8BB9-C2AB2F9C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state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Instant, resilient learning experience.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D91120B-4ABB-4389-9E0C-004D23E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Protected row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User-owned state with row-level security.</a:t>
            </a:r>
          </a:p>
        </p:txBody>
      </p:sp>
    </p:spTree>
    <p:extLst>
      <p:ext uri="{BB962C8B-B14F-4D97-AF65-F5344CB8AC3E}">
        <p14:creationId xmlns:p14="http://schemas.microsoft.com/office/powerpoint/2010/main" val="2767959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7FA604B-B36A-441F-A1D0-C791A70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Launch a focused beta, learn from real routines, then deepen the coaching experience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16F9498-CA4B-4300-ACEC-8718E7E0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ARTICULATE DAILY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F819287-9C43-4D17-987D-F5A313F2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059126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2026-08-05T12:49:52.0300000Z</dcterms:created>
  <dcterms:modified xsi:type="dcterms:W3CDTF">2026-08-05T12:49:52.0300000Z</dcterms:modified>
</coreProperties>
</file>